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4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LabelTwin: Label-as-Code for medical device labeling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LabelTwin</a:t>
            </a:r>
            <a:r>
              <a:rPr sz="1700" b="1">
                <a:solidFill>
                  <a:srgbClr val="12233D"/>
                </a:solidFill>
                <a:latin typeface="Calibri"/>
              </a:rPr>
              <a:t>: Label-as-Code for self-validating, traceable medical device labels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4 · HLS · End-to-End Labeling Automation Management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1 product change → 30+ labels × 20+ languages × packaging levels, re-verified by eye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Values are copied across PLM, ERP, RIM &amp; artwork, so errors are born at every hand-off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Rules keep moving: ISO 20417:2026, ISO 15223-1 Amd 1:2025, FDA QMSR (Feb 2026), EUDAMED mandatory (2026)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reframe</a:t>
            </a:r>
          </a:p>
          <a:p>
            <a:pPr algn="l">
              <a:spcAft>
                <a:spcPts val="150"/>
              </a:spcAft>
            </a:pPr>
            <a:r>
              <a:rPr sz="1100" b="1">
                <a:solidFill>
                  <a:srgbClr val="12233D"/>
                </a:solidFill>
                <a:latin typeface="Calibri"/>
              </a:rPr>
              <a:t>“Labeling is a data-consistency problem disguised as a document problem.”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222B38"/>
                </a:solidFill>
                <a:latin typeface="Calibri"/>
              </a:rPr>
              <a:t>Every label becomes a computed, self-proving view of </a:t>
            </a:r>
            <a:r>
              <a:rPr sz="1050" b="1">
                <a:solidFill>
                  <a:srgbClr val="222B38"/>
                </a:solidFill>
                <a:latin typeface="Calibri"/>
              </a:rPr>
              <a:t>product data × market rules × language × packaging level</a:t>
            </a:r>
            <a:r>
              <a:rPr sz="1050" b="0">
                <a:solidFill>
                  <a:srgbClr val="222B38"/>
                </a:solidFill>
                <a:latin typeface="Calibri"/>
              </a:rPr>
              <a:t>. We make most errors structurally impossible, then let AI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Design principles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Deterministic core; GenAI &amp; vision only at the unstructured edges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AI may add findings, never clear them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Every element carries provenance + regulatory citation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Humans decide at 3 e-signed gates (Part 11-style audit)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Plugs into existing PLM / ERP / LMS: no rip-and-replace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3657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Architecture: agents propose, gates &amp; humans dispose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Sources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PLM · ERP/SAP · RIM · Risk file &amp; IFU · legacy artwork · FDA / EUR-Lex / MDCG / ISO feeds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293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21408" y="2816351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Knowledge layer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Product golden record · Regulatory knowledge graph · Rule packs (Compliance-as-Code) · ISO 15223-1 symbol ontology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5072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97096" y="2816351"/>
            <a:ext cx="157276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Label Digital Twins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Every element bound to source field + rule + hazard (ISO 14971)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779007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71031" y="2816351"/>
            <a:ext cx="2542032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7 AI engines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① Reg Watcher   ② Change Impact (graph)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③ GenAI Composer (RAG, cited)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④ Compliance Checker (rules + LLM)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⑤ Vision Verifier (OCR · symbols · GS1)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⑥ Translation QA   ⑦ Risk Predictor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522207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14232" y="2816351"/>
            <a:ext cx="159105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Governance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Workflow state machine · e-signature · hash-chained audit · traceability matrix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314432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06456" y="2816351"/>
            <a:ext cx="14813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Outputs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PRISYM / Loftware / Kallik · GUDID &amp; EUDAMED · change order · line scan-to-verify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Label Digital Twin: </a:t>
            </a:r>
            <a:r>
              <a:rPr sz="1050" b="0">
                <a:solidFill>
                  <a:srgbClr val="222B38"/>
                </a:solidFill>
                <a:latin typeface="Calibri"/>
              </a:rPr>
              <a:t>each element knows its data source, the clause requiring it (e.g. EU MDR Annex I §23.2(h) UDI) and the hazard it controls, so one click answers “Why is this here?”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Compliance-as-Code: </a:t>
            </a:r>
            <a:r>
              <a:rPr sz="1050" b="0">
                <a:solidFill>
                  <a:srgbClr val="222B38"/>
                </a:solidFill>
                <a:latin typeface="Calibri"/>
              </a:rPr>
              <a:t>versioned, unit-tested rule packs (MDR §23, 21 CFR 801.18 / 801.20 / 801.109, GS1 UDI, ISO 15223-1 symbols) with effective dates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Graph change-impact: </a:t>
            </a:r>
            <a:r>
              <a:rPr sz="1050" b="0">
                <a:solidFill>
                  <a:srgbClr val="222B38"/>
                </a:solidFill>
                <a:latin typeface="Calibri"/>
              </a:rPr>
              <a:t>a PLM or regulation change instantly yields impacted labels, markets, actions and a draft change order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Vision + GS1 verification: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auto-redline of artwork &amp; print; DataMatrix AI(17)/(10) ↔ printed expiry/lot cross-check; translation invariants (37 °C never becomes 73 °C)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it: LabelBench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60 label twins · 5 markets (US, EU-DE, EU-FR, UK, CH) · 3 packaging levels; fictitious devices with GUDID-realistic attributes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20+ defect types mined from FDA labeling-recall root causes, seeded with ground truth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Ablation: rules-only vs LLM-only vs hybrid · timed user study vs manual checklist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Trust built in: e-sign with meaning, hash-chained audit, risk-based tool validation (CSA)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≥95% recall on critical defects · change-impact days → minutes · ≥70% of repetitive checks automated · 100% element traceability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Prototype 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FastAPI · Neo4j · YAML rule engine · PyMuPDF + PaddleOCR + OpenCV · zxing-cpp + GS1 parser · local LLM (Ollama) + bge-m3 RAG · React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Fit for Tata Elxsi: </a:t>
            </a:r>
            <a:r>
              <a:rPr sz="950" b="0">
                <a:solidFill>
                  <a:srgbClr val="222B38"/>
                </a:solidFill>
                <a:latin typeface="Calibri"/>
              </a:rPr>
              <a:t>a tool-agnostic accelerator layered on the LMS/PLM stacks TE already implements for medtech clients, in line with the HLS “AI-first, regulatory-aware” direction. Data stays on-prem with a local LLM.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