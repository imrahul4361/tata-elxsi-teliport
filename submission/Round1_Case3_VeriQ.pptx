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00" b="1">
                <a:solidFill>
                  <a:srgbClr val="12233D"/>
                </a:solidFill>
                <a:latin typeface="Calibri"/>
              </a:rPr>
              <a:t>“VeriQ finds the cause, protects what you chose, and proves it.”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degraded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 leases selecting preferential CAKE treatment; misbehaving flows sanctioned; fairness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Abstains when unsure: never promotes an uncertain flow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Shadow mode first; every decision logged; watchdog → SAFE shaper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of first packets per flow, app marks (NQB / L4S);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Marks first, then a calibrated classifier (abstains) · capacity μ ± σ + UDPST idle test (RFC 9946) · fault localiser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Bounded guardrails: shaper = μ − kσ, change-point fast path · leases within budget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CAKE; leases select preferential tins; ordered, versioned,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a remote slowdown never triggers a wasteful cut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marks first; split by flow and by time, no shortcut features (SIGCOMM 2025 lesson); abstains when unsure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degraded / inconclusive, plus IETF Quality-of-Outcome scores; 3D replay shows inferred vs true ISP queue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Real, tuned baselines: FIFO · fq_codel · SQM-CAKE · cake-autorate · qosify-style rules + ablations; ≥10 randomised runs, 95% CIs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13 scenarios: ISO during call, 100 → 20 Mbps drop, 3 TVs + gaming, remote delay, Wi-Fi, false marks,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0 call freezes in S1 · added delay p95 ≤ 10 ms · settle &lt; 2 s after WAN drop · measured progress for every class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(CAKE; HTB later) · Python + pyroute2 control plane · LightGBM + conformal · Prometheus/Grafana · React + three.js · Playwright (WebRTC, dash.js) · iperf3 / irtt / Flent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RDK-B / OpenWrt package · TR-181 + TR-369 USP fleet management · research tracks: eBPF datapath, Wi-Fi airtime, L4S, multi-gig scaling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