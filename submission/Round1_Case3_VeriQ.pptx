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VeriQ: adapts, measures, explains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VeriQ</a:t>
            </a:r>
            <a:r>
              <a:rPr sz="1700" b="1">
                <a:solidFill>
                  <a:srgbClr val="12233D"/>
                </a:solidFill>
                <a:latin typeface="Calibri"/>
              </a:rPr>
              <a:t>: intent-aware home QoS with measurable outcomes &amp; explainable recovery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3 · MCV · Adaptive QoS Engine for Mixed Home Broadband Traffic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Queues, not bandwidth: a backup upload filled the modem's oversized FIFO and added 266 ms (p95) in our Day-0 lab (emulated, 5 Mbit up); fq_codel alone can't reach that queue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QUIC/TLS on port 443 defeats port rules; apps rarely set DSCP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Capacity moves (DOCSIS, 5G FWA, Wi-Fi): a static shaper is bloated or wasteful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idea</a:t>
            </a:r>
          </a:p>
          <a:p>
            <a:pPr algn="l">
              <a:spcAft>
                <a:spcPts val="150"/>
              </a:spcAft>
            </a:pPr>
            <a:r>
              <a:rPr sz="1100" b="1">
                <a:solidFill>
                  <a:srgbClr val="12233D"/>
                </a:solidFill>
                <a:latin typeface="Calibri"/>
              </a:rPr>
              <a:t>“VeriQ finds the cause, protects what you chose, and proves it.”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222B38"/>
                </a:solidFill>
                <a:latin typeface="Calibri"/>
              </a:rPr>
              <a:t>Localise the fault first</a:t>
            </a:r>
            <a:r>
              <a:rPr sz="1050" b="0">
                <a:solidFill>
                  <a:srgbClr val="222B38"/>
                </a:solidFill>
                <a:latin typeface="Calibri"/>
              </a:rPr>
              <a:t> (own queue, WAN drop, remote path, Wi-Fi, bad probe), then act with bounded fast guardrails. Every adaptation gets an </a:t>
            </a:r>
            <a:r>
              <a:rPr sz="1050" b="1">
                <a:solidFill>
                  <a:srgbClr val="222B38"/>
                </a:solidFill>
                <a:latin typeface="Calibri"/>
              </a:rPr>
              <a:t>experience receipt: improved / not improved / inconclusive</a:t>
            </a:r>
            <a:r>
              <a:rPr sz="1050" b="0">
                <a:solidFill>
                  <a:srgbClr val="222B38"/>
                </a:solidFill>
                <a:latin typeface="Calibri"/>
              </a:rPr>
              <a:t>, measured on real calls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Bounded by design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Never inspects forwarded payload; headers + timing; IPv4 + IPv6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Intents = expiring leases selecting preferential CAKE treatment; misbehaving flows sanctioned; fairness measured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Abstention alone never grants priority; leases are explicit, authenticated, expiring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Shadow mode first; decisions logged; watchdog → SAFE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8229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Three speeds: fast guardrails (sub-second) · outcome receipts (tens of seconds) · controlled experiments (lab, for claims)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Header + timing of first packets per flow, app marks (NQB / L4S); v4/v6; no payload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8424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76272" y="2816351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Marks first, then a calibrated classifier (abstains) · capacity μ ± σ + UDPST idle test (RFC 9946) · fault localiser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Evidence-graded: one-step cut to 0.9·Ĝ only with 2 independent sources; else hold or bounded fallback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9048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Action Checker admits each step → CAKE fwmark tins; ordered, read-back apply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Assess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Receipts on WebRTC freezes, DASH rebuffers, delay, progress; estimated MOS labelled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589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816351"/>
            <a:ext cx="156362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Show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Grafana · 3D twin + replay: measured / estimated / illustrative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Fault localisation before action: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WAN drop vs remote path vs Wi-Fi vs lying probe, scored against emulator ground truth; designed to hold when a cut cannot help (measured as inappropriate interventions)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Real-app evidence: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 encrypted WebRTC calls and DASH players in headless Chromium; we count video freezes and rebuffers, not just pings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Payload-free, calibrated classification: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marks first; split by flow and by time, no shortcut features (SIGCOMM 2025 lesson); abstains when unsure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Honest receipts + replay: </a:t>
            </a:r>
            <a:r>
              <a:rPr sz="1050" b="0">
                <a:solidFill>
                  <a:srgbClr val="222B38"/>
                </a:solidFill>
                <a:latin typeface="Calibri"/>
              </a:rPr>
              <a:t>improved / not improved / inconclusive, plus offline Quality-of-Outcome scores; 3D replay shows inferred vs true ISP queue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Pinned, tuned baselines: SQM-CAKE · cake-autorate · QoSmate (+autorate) · ablations; run = unit, bootstrap CIs, blind faults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13 core scenarios + 32 adverse conditions: 100 → 20 Mbps drop, remote delay, lying/lost reflectors, Wi-Fi, CPU, crash, IPv6…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Physical Pi 5 kit: the judge picks the fault, VeriQ responds from telemetry alone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fewer inappropriate cuts than delay-only autorate · drop response ≤ comparator + 1 s · never worse than static SQM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Linux tc + nftables (CAKE; HFSC/HTB backends) · Go daemon veriqd on OpenWrt (procd, UCI, LuCI app) · Python harness + LightGBM/conformal training · three.js twin · Playwright (WebRTC, dash.js)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Industry path (designed, not built): </a:t>
            </a:r>
            <a:r>
              <a:rPr sz="950" b="0">
                <a:solidFill>
                  <a:srgbClr val="222B38"/>
                </a:solidFill>
                <a:latin typeface="Calibri"/>
              </a:rPr>
              <a:t>OpenWrt packages (signed feed) · prplOS TR-181/USP and RDK-B with a partner · research tracks: L4S/NQB, Wi-Fi airtime, multi-gig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