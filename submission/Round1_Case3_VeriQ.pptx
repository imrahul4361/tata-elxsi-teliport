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VeriQ: adapts, measures, explains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VeriQ</a:t>
            </a:r>
            <a:r>
              <a:rPr sz="1700" b="1">
                <a:solidFill>
                  <a:srgbClr val="12233D"/>
                </a:solidFill>
                <a:latin typeface="Calibri"/>
              </a:rPr>
              <a:t>: intent-aware home QoS with measurable outcomes &amp; explainable recovery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3 · MCV · Adaptive QoS Engine for Mixed Home Broadband Traffic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Queues, not bandwidth: a backup upload filled the modem's oversized FIFO and added 266 ms (p95) in our Day-0 lab (emulated, 5 Mbit up); fq_codel alone can't reach that queue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QUIC/TLS on port 443 defeats port rules; apps rarely set DSCP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Capacity moves (DOCSIS, 5G FWA, Wi-Fi): a static shaper is bloated or wasteful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idea</a:t>
            </a:r>
          </a:p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“VeriQ adapts, measures, and explains.”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222B38"/>
                </a:solidFill>
                <a:latin typeface="Calibri"/>
              </a:rPr>
              <a:t>Localise the fault first</a:t>
            </a:r>
            <a:r>
              <a:rPr sz="1050" b="0">
                <a:solidFill>
                  <a:srgbClr val="222B38"/>
                </a:solidFill>
                <a:latin typeface="Calibri"/>
              </a:rPr>
              <a:t> (own queue, WAN drop, remote path, Wi-Fi, bad probe), then act with bounded fast guardrails. Every adaptation gets an </a:t>
            </a:r>
            <a:r>
              <a:rPr sz="1050" b="1">
                <a:solidFill>
                  <a:srgbClr val="222B38"/>
                </a:solidFill>
                <a:latin typeface="Calibri"/>
              </a:rPr>
              <a:t>experience receipt: improved / degraded / inconclusive</a:t>
            </a:r>
            <a:r>
              <a:rPr sz="1050" b="0">
                <a:solidFill>
                  <a:srgbClr val="222B38"/>
                </a:solidFill>
                <a:latin typeface="Calibri"/>
              </a:rPr>
              <a:t>, measured on real calls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Bounded by design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Never inspects forwarded payload; headers + timing; IPv4 + IPv6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Intents = expiring leases with real HTB guaranteed rates from a budget; progress measured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Abstains when unsure: never promotes an uncertain flow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Versioned, read-back config; watchdog → conservative SAFE shaper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8229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Three speeds: fast guardrails (sub-second) · outcome receipts (tens of seconds) · controlled experiments (lab, for claims)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Header + timing features of first packets per flow; v4/v6; no payload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8424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76272" y="2816351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Early calibrated classifier (abstains) + capacity estimate μ ± σ + fault localiser (near/far probes)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Bounded guardrails: shaper = μ − kσ, change-point fast path · leases within budget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9048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CAKE (default) or HTB guaranteed mode; ordered, versioned, read-back apply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Assess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Receipts on WebRTC freezes, DASH rebuffers, delay, progress; estimated MOS labelled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589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816351"/>
            <a:ext cx="156362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Show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Grafana · 3D twin + replay: measured / estimated / illustrative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Fault localisation before action: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WAN drop vs remote path vs Wi-Fi vs lying probe, scored against emulator ground truth; a remote slowdown never triggers a wasteful cut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Real-app evidence: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 encrypted WebRTC calls and DASH players in headless Chromium; we count video freezes and rebuffers, not just pings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Payload-free, calibrated classification: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conformal sets; we report coverage, selective accuracy and abstention separately, including under traffic shift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Honest receipts + replay: </a:t>
            </a:r>
            <a:r>
              <a:rPr sz="1050" b="0">
                <a:solidFill>
                  <a:srgbClr val="222B38"/>
                </a:solidFill>
                <a:latin typeface="Calibri"/>
              </a:rPr>
              <a:t>improved / degraded / inconclusive, regime-aware; 3D replay shows inferred vs true ISP queue side by side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Real, tuned baselines: FIFO · fq_codel · SQM-CAKE · cake-autorate v3.2 · VeriQ + ablations; ≥10 randomised runs, 95% CIs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9 scenarios: ISO during call, 100 → 20 Mbps drop, 3 TVs + gaming, remote-path delay, lying probe, crash, IPv6…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Physical Pi 5 kit: the judge picks the fault, VeriQ responds from telemetry alone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0 call freezes in S1 · added delay p95 ≤ 10 ms · settle &lt; 2 s after WAN drop · measured progress for every class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Linux tc (CAKE · HTB · fq_codel) · Python + pyroute2 control plane · LightGBM + conformal · Prometheus/Grafana · React + three.js · Playwright (WebRTC, dash.js) · iperf3 / irtt / Flent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Industry path (designed, not built): </a:t>
            </a:r>
            <a:r>
              <a:rPr sz="950" b="0">
                <a:solidFill>
                  <a:srgbClr val="222B38"/>
                </a:solidFill>
                <a:latin typeface="Calibri"/>
              </a:rPr>
              <a:t>RDK-B / OpenWrt package · TR-181 + TR-369 USP fleet management · research tracks: eBPF datapath, Wi-Fi airtime, L4S, multi-gig scaling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