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3581400" y="1917655"/>
            <a:ext cx="5029200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No. 3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&lt;Team Name&gt;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pPr algn="ctr"/>
            <a:r>
              <a:rPr sz="1800">
                <a:solidFill>
                  <a:srgbClr val="12233D"/>
                </a:solidFill>
              </a:rPr>
              <a:t>&lt;College&gt;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&lt;Member 1&gt; · &lt;Member 2&gt; · &lt;Member 3&gt;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VeriQ: adapts, measures, explains</a:t>
            </a:r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395728" y="91440"/>
            <a:ext cx="87325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150"/>
              </a:spcAft>
            </a:pPr>
            <a:r>
              <a:rPr sz="2200" b="1">
                <a:solidFill>
                  <a:srgbClr val="0B5CAD"/>
                </a:solidFill>
                <a:latin typeface="Calibri"/>
              </a:rPr>
              <a:t>VeriQ</a:t>
            </a:r>
            <a:r>
              <a:rPr sz="1700" b="1">
                <a:solidFill>
                  <a:srgbClr val="12233D"/>
                </a:solidFill>
                <a:latin typeface="Calibri"/>
              </a:rPr>
              <a:t>: intent-aware home QoS with measurable outcomes &amp; explainable recovery</a:t>
            </a:r>
          </a:p>
          <a:p>
            <a:pPr algn="l">
              <a:spcAft>
                <a:spcPts val="150"/>
              </a:spcAft>
            </a:pPr>
            <a:r>
              <a:rPr sz="1050" b="0">
                <a:solidFill>
                  <a:srgbClr val="556070"/>
                </a:solidFill>
                <a:latin typeface="Calibri"/>
              </a:rPr>
              <a:t>Case Study 3 · MCV · Adaptive QoS Engine for Mixed Home Broadband Traffic   |   Team </a:t>
            </a:r>
            <a:r>
              <a:rPr sz="1050" b="1">
                <a:solidFill>
                  <a:srgbClr val="556070"/>
                </a:solidFill>
                <a:latin typeface="Calibri"/>
              </a:rPr>
              <a:t>&lt;Team Name&gt;</a:t>
            </a:r>
            <a:r>
              <a:rPr sz="1050" b="0">
                <a:solidFill>
                  <a:srgbClr val="556070"/>
                </a:solidFill>
                <a:latin typeface="Calibri"/>
              </a:rPr>
              <a:t> · &lt;College&gt;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The real problem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Queues, not bandwidth: a backup upload filled the modem's oversized FIFO and added 266 ms (p95) in our Day-0 lab (emulated, 5 Mbit up); fq_codel alone can't reach that queue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QUIC/TLS on port 443 defeats port rules; apps rarely set DSCP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Capacity moves (DOCSIS, 5G FWA, Wi-Fi): a static shaper is bloated or wasteful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87952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E68A00"/>
                </a:solidFill>
                <a:latin typeface="Calibri"/>
              </a:rPr>
              <a:t>Our idea</a:t>
            </a:r>
          </a:p>
          <a:p>
            <a:pPr algn="l">
              <a:spcAft>
                <a:spcPts val="150"/>
              </a:spcAft>
            </a:pPr>
            <a:r>
              <a:rPr sz="1100" b="1">
                <a:solidFill>
                  <a:srgbClr val="12233D"/>
                </a:solidFill>
                <a:latin typeface="Calibri"/>
              </a:rPr>
              <a:t>“VeriQ finds the cause, protects what you chose, and proves it.”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222B38"/>
                </a:solidFill>
                <a:latin typeface="Calibri"/>
              </a:rPr>
              <a:t>Localise the fault first</a:t>
            </a:r>
            <a:r>
              <a:rPr sz="1050" b="0">
                <a:solidFill>
                  <a:srgbClr val="222B38"/>
                </a:solidFill>
                <a:latin typeface="Calibri"/>
              </a:rPr>
              <a:t> (own queue, WAN drop, remote path, Wi-Fi, bad probe), then act with bounded fast guardrails. Every adaptation gets an </a:t>
            </a:r>
            <a:r>
              <a:rPr sz="1050" b="1">
                <a:solidFill>
                  <a:srgbClr val="222B38"/>
                </a:solidFill>
                <a:latin typeface="Calibri"/>
              </a:rPr>
              <a:t>experience receipt: improved / degraded / inconclusive</a:t>
            </a:r>
            <a:r>
              <a:rPr sz="1050" b="0">
                <a:solidFill>
                  <a:srgbClr val="222B38"/>
                </a:solidFill>
                <a:latin typeface="Calibri"/>
              </a:rPr>
              <a:t>, measured on real calls and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896112"/>
            <a:ext cx="3813048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Bounded by design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Never inspects forwarded payload; headers + timing; IPv4 + IPv6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1">
                <a:solidFill>
                  <a:srgbClr val="222B38"/>
                </a:solidFill>
                <a:latin typeface="Calibri"/>
              </a:rPr>
              <a:t>Intents = expiring, budgeted leases; CAKE caps any boost; misbehaving flows sanctioned; progress measured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Abstains when unsure: never promotes an uncertain flow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Shadow mode first; every decision logged; watchdog → SAFE shaper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23744"/>
            <a:ext cx="82296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150"/>
              </a:spcAft>
            </a:pPr>
            <a:r>
              <a:rPr sz="1150" b="1">
                <a:solidFill>
                  <a:srgbClr val="12233D"/>
                </a:solidFill>
                <a:latin typeface="Calibri"/>
              </a:rPr>
              <a:t>Three speeds: fast guardrails (sub-second) · outcome receipts (tens of seconds) · controlled experiments (lab, for claims)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Header + timing of first packets per flow, app marks (NQB / L4S); v4/v6; no payload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98424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76272" y="2816351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Marks first, then a calibrated classifier (abstains) · capacity μ ± σ + UDPST idle test (RFC 9946) · fault localiser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2394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5968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Decide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Bounded guardrails: shaper = μ − kσ, change-point fast path · leases within budget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9048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82512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Enforce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CAKE with bounded lease boosts; ordered, versioned, read-back apply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92440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84464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12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Assess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Receipts on WebRTC freezes, DASH rebuffers, delay, progress; estimated MOS labelled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15898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51008" y="2816351"/>
            <a:ext cx="156362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Show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Grafana · 3D twin + replay: measured / estimated / illustrative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133087"/>
            <a:ext cx="5989320" cy="1993392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What makes it different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1  Fault localisation before action: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WAN drop vs remote path vs Wi-Fi vs lying probe, scored against emulator ground truth; a remote slowdown never triggers a wasteful cut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2  Real-app evidence: </a:t>
            </a:r>
            <a:r>
              <a:rPr sz="1050" b="0">
                <a:solidFill>
                  <a:srgbClr val="222B38"/>
                </a:solidFill>
                <a:latin typeface="Calibri"/>
              </a:rPr>
              <a:t>real encrypted WebRTC calls and DASH players in headless Chromium; we count video freezes and rebuffers, not just pings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3  Payload-free, calibrated classification: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marks first; split by flow and by time, no shortcut features (SIGCOMM 2025 lesson); abstains when unsure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4  Honest receipts + replay: </a:t>
            </a:r>
            <a:r>
              <a:rPr sz="1050" b="0">
                <a:solidFill>
                  <a:srgbClr val="222B38"/>
                </a:solidFill>
                <a:latin typeface="Calibri"/>
              </a:rPr>
              <a:t>improved / degraded / inconclusive, plus IETF Quality-of-Outcome scores; 3D replay shows inferred vs true ISP queue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2512" y="4133087"/>
            <a:ext cx="5532120" cy="1993392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1E8E5A"/>
                </a:solidFill>
                <a:latin typeface="Calibri"/>
              </a:rPr>
              <a:t>How we will prove it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Real, tuned baselines: FIFO · fq_codel · SQM-CAKE · cake-autorate · qosify-style rules + ablations; ≥10 randomised runs, 95% CIs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13 scenarios: ISO during call, 100 → 20 Mbps drop, 3 TVs + gaming, remote delay, Wi-Fi, false marks, crash, IPv6…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Physical Pi 5 kit: the judge picks the fault, VeriQ responds from telemetry alone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Targets: </a:t>
            </a:r>
            <a:r>
              <a:rPr sz="1050" b="1">
                <a:solidFill>
                  <a:srgbClr val="222B38"/>
                </a:solidFill>
                <a:latin typeface="Calibri"/>
              </a:rPr>
              <a:t>0 call freezes in S1 · added delay p95 ≤ 10 ms · settle &lt; 2 s after WAN drop · measured progress for every class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217920"/>
            <a:ext cx="11640312" cy="53035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Stack: </a:t>
            </a:r>
            <a:r>
              <a:rPr sz="950" b="0">
                <a:solidFill>
                  <a:srgbClr val="222B38"/>
                </a:solidFill>
                <a:latin typeface="Calibri"/>
              </a:rPr>
              <a:t>Linux tc (CAKE; HTB later) · Python + pyroute2 control plane · LightGBM + conformal · Prometheus/Grafana · React + three.js · Playwright (WebRTC, dash.js) · iperf3 / irtt / Flent</a:t>
            </a:r>
          </a:p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Industry path (designed, not built): </a:t>
            </a:r>
            <a:r>
              <a:rPr sz="950" b="0">
                <a:solidFill>
                  <a:srgbClr val="222B38"/>
                </a:solidFill>
                <a:latin typeface="Calibri"/>
              </a:rPr>
              <a:t>RDK-B / OpenWrt package · TR-181 + TR-369 USP fleet management · research tracks: eBPF datapath, Wi-Fi airtime, L4S, multi-gig scaling</a:t>
            </a:r>
          </a:p>
        </p:txBody>
      </p:sp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